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62c888a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62c888a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8cc3129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8cc3129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8cc3129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8cc312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8cc312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8cc312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8cc312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f8cc312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8cc3129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8cc3129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f8cc312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f8cc312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2c888a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2c888a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2c888a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2c888a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all text from the image. just keep the background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780"/>
            <a:ext cx="9144000" cy="50899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330200" y="975000"/>
            <a:ext cx="64836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73763"/>
                </a:solidFill>
              </a:rPr>
              <a:t>Bengali Audio Deepfake Detection</a:t>
            </a:r>
            <a:endParaRPr b="1" sz="4800">
              <a:solidFill>
                <a:srgbClr val="07376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687250" y="3231025"/>
            <a:ext cx="37695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Zia Ul Hasan Abdullah (2005037)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Prithu Anan (2005045)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for a short PowerPoint presentation based on the &quot;Bengali-Vigil&quot; research framework.&#10;&#10;**Slide 1: Title Slide**&#10;*   **Title:** Bengali-Vigil: A Robust &amp; Algorithm-Agnostic Deepfake Detector&#10;*   **Subtitle:** Advancing Audio Forensics for Low-Resource Languages&#10;*   **Presenter:**&#10;&#10;**Slide 2: Problem Statement**&#10;*   **The Threat:** Generative AI (VITS, HiFi-GAN) can clone voices with near-perfect fidelity, creating &quot;Deepfake Audio.&quot;&#10;*   **The Gap:**&#10;    *   **Low-Resource Dilemma:** Bengali lacks the massive forensic datasets available for English.[1]&#10;    *   **Linguistic Specificity:** Standard detectors fail to capture Bengali phonetic nuances (e.g., retroflex stops, aspirates).&#10;    *   **Algorithmic Bias:** Detectors trained only on one generator (e.g., VITS) fail against others (e.g., Diffusion).&#10;*   **The Goal:** Build a detector that is **robust** (handles noise/compression) and **algorithm-agnostic** (detects *any* fake, not just VITS).&#10;&#10;**Slide 3: Current Technology (SOTA)**&#10;*   **Traditional Methods:**&#10;    *   **MFCCs + GMM/SVM:** Rely on spectral features. *Fail on neural vocoders like VITS which reconstruct high-frequency spectra perfectly*.[1]&#10;*   **Deep Learning Baselines:**&#10;    *   **RawNet2:** End-to-end 1D-CNN operating on raw waveforms. Good, but lacks global context.[2]&#10;    *   **Wav2Vec 2.0 (XLSR):** Self-supervised model pre-trained on 53 languages. Excellent for capturing linguistic anomalies.[3]&#10;    *   **AASIST (Graph Attention Networks):** Current SOTA. Models audio as a graph to detect inconsistencies between spectral and temporal domains.[4]&#10;&#10;**Slide 4: Dataset Strategy**&#10;*   **Core Dataset:** **BanglaFake**.[5]&#10;    *   **Size:** 25,520 samples (12k Real / 13k Fake).&#10;    *   **Source:** Real (SUST Corpus, Common Voice) vs. Fake (VITS trained on SUST).&#10;    *   **Challenge:** &quot;Matched Condition&quot; attack—fake audio mimics the exact acoustic environment of real audio.&#10;*   **Proposed Expansion (&quot;Bengali-Wild&quot;):**&#10;    *   To prevent overfitting to VITS, we augment with:&#10;        *   **Crikk:** Proprietary/Black-box commercial synthesis.&#10;        *   **Orpheus:** Transformer-based TTS (different artifact distribution than VITS).&#10;&#10;**Slide 5: Proposed Architecture (XLSR-AASIST-OC)**&#10;*   **Hybrid Design:** Combines linguistic knowledge with artifact detection.&#10;    1.  **Front-End:** **Wav2Vec 2.0 XLSR-53**. Fine-tuned to detect Bengali phonetic anomalies.[6]&#10;    2.  **Back-End:** **AASIST** (Graph Attention Network). detects &quot;glitches&quot; in the spectro-temporal graph.[4]&#10;    3.  **Generalization Layer:**&#10;        *   **RawBoost:** Adds algorithmic noise (clipping, compression) during training to harden the model.&#10;        *   **OC-Softmax (One-Class Loss):** Trains the model to cluster &quot;Real&quot; speech tightly and reject *anything* else. This makes it capable of detecting unseen attacks.&#10;&#10;**Slide 6: Evaluation Metrics**&#10;*   **Primary Security Metric:** **Equal Error Rate (EER)**. The point where False Acceptance Rate = False Rejection Rate. Target: &lt; 5%.[7]&#10;*   **Cost-Sensitive Metric:** **min-tDCF**. Penalizes false acceptances (letting a deepfake through) more heavily than false rejections.[8]&#10;*   **Visual Validation:**&#10;    *   **t-SNE Plots:** Must show clear separation between Real and Fake clusters (unlike the overlap in raw MFCCs).&#10;    *   **Attention Maps:** Visualizing which frequency bands the model focuses on to ensure it isn't overfitting to silence or background noise.[9]&#10;&#10;**Slide 7: Conclusion**&#10;*   **Summary:** We propose the first comprehensive, robust deepfake detection framework for Bengali.&#10;*   **Key Innovation:** Moving from binary classification (Real vs. Fake) to One-Class Learning (Real vs. Anomaly) to ensure future-proofing.&#10;*   **Impact:** Protects the Bengali information ecosystem against misinformation and fraud.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for a short PowerPoint presentation based on the &quot;Bengali-Vigil&quot; research framework.&#10;&#10;**Slide 1: Title Slide**&#10;*   **Title:** Bengali-Vigil: A Robust &amp; Algorithm-Agnostic Deepfake Detector&#10;*   **Subtitle:** Advancing Audio Forensics for Low-Resource Languages&#10;*   **Presenter:**&#10;&#10;**Slide 2: Problem Statement**&#10;*   **The Threat:** Generative AI (VITS, HiFi-GAN) can clone voices with near-perfect fidelity, creating &quot;Deepfake Audio.&quot;&#10;*   **The Gap:**&#10;    *   **Low-Resource Dilemma:** Bengali lacks the massive forensic datasets available for English.[1]&#10;    *   **Linguistic Specificity:** Standard detectors fail to capture Bengali phonetic nuances (e.g., retroflex stops, aspirates).&#10;    *   **Algorithmic Bias:** Detectors trained only on one generator (e.g., VITS) fail against others (e.g., Diffusion).&#10;*   **The Goal:** Build a detector that is **robust** (handles noise/compression) and **algorithm-agnostic** (detects *any* fake, not just VITS).&#10;&#10;**Slide 3: Current Technology (SOTA)**&#10;*   **Traditional Methods:**&#10;    *   **MFCCs + GMM/SVM:** Rely on spectral features. *Fail on neural vocoders like VITS which reconstruct high-frequency spectra perfectly*.[1]&#10;*   **Deep Learning Baselines:**&#10;    *   **RawNet2:** End-to-end 1D-CNN operating on raw waveforms. Good, but lacks global context.[2]&#10;    *   **Wav2Vec 2.0 (XLSR):** Self-supervised model pre-trained on 53 languages. Excellent for capturing linguistic anomalies.[3]&#10;    *   **AASIST (Graph Attention Networks):** Current SOTA. Models audio as a graph to detect inconsistencies between spectral and temporal domains.[4]&#10;&#10;**Slide 4: Dataset Strategy**&#10;*   **Core Dataset:** **BanglaFake**.[5]&#10;    *   **Size:** 25,520 samples (12k Real / 13k Fake).&#10;    *   **Source:** Real (SUST Corpus, Common Voice) vs. Fake (VITS trained on SUST).&#10;    *   **Challenge:** &quot;Matched Condition&quot; attack—fake audio mimics the exact acoustic environment of real audio.&#10;*   **Proposed Expansion (&quot;Bengali-Wild&quot;):**&#10;    *   To prevent overfitting to VITS, we augment with:&#10;        *   **Crikk:** Proprietary/Black-box commercial synthesis.&#10;        *   **Orpheus:** Transformer-based TTS (different artifact distribution than VITS).&#10;&#10;**Slide 5: Proposed Architecture (XLSR-AASIST-OC)**&#10;*   **Hybrid Design:** Combines linguistic knowledge with artifact detection.&#10;    1.  **Front-End:** **Wav2Vec 2.0 XLSR-53**. Fine-tuned to detect Bengali phonetic anomalies.[6]&#10;    2.  **Back-End:** **AASIST** (Graph Attention Network). detects &quot;glitches&quot; in the spectro-temporal graph.[4]&#10;    3.  **Generalization Layer:**&#10;        *   **RawBoost:** Adds algorithmic noise (clipping, compression) during training to harden the model.&#10;        *   **OC-Softmax (One-Class Loss):** Trains the model to cluster &quot;Real&quot; speech tightly and reject *anything* else. This makes it capable of detecting unseen attacks.&#10;&#10;**Slide 6: Evaluation Metrics**&#10;*   **Primary Security Metric:** **Equal Error Rate (EER)**. The point where False Acceptance Rate = False Rejection Rate. Target: &lt; 5%.[7]&#10;*   **Cost-Sensitive Metric:** **min-tDCF**. Penalizes false acceptances (letting a deepfake through) more heavily than false rejections.[8]&#10;*   **Visual Validation:**&#10;    *   **t-SNE Plots:** Must show clear separation between Real and Fake clusters (unlike the overlap in raw MFCCs).&#10;    *   **Attention Maps:** Visualizing which frequency bands the model focuses on to ensure it isn't overfitting to silence or background noise.[9]&#10;&#10;**Slide 7: Conclusion**&#10;*   **Summary:** We propose the first comprehensive, robust deepfake detection framework for Bengali.&#10;*   **Key Innovation:** Moving from binary classification (Real vs. Fake) to One-Class Learning (Real vs. Anomaly) to ensure future-proofing.&#10;*   **Impact:** Protects the Bengali information ecosystem against misinformation and fraud.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for a short PowerPoint presentation based on the &quot;Bengali-Vigil&quot; research framework.&#10;&#10;**Slide 1: Title Slide**&#10;*   **Title:** Bengali-Vigil: A Robust &amp; Algorithm-Agnostic Deepfake Detector&#10;*   **Subtitle:** Advancing Audio Forensics for Low-Resource Languages&#10;*   **Presenter:**&#10;&#10;**Slide 2: Problem Statement**&#10;*   **The Threat:** Generative AI (VITS, HiFi-GAN) can clone voices with near-perfect fidelity, creating &quot;Deepfake Audio.&quot;&#10;*   **The Gap:**&#10;    *   **Low-Resource Dilemma:** Bengali lacks the massive forensic datasets available for English.[1]&#10;    *   **Linguistic Specificity:** Standard detectors fail to capture Bengali phonetic nuances (e.g., retroflex stops, aspirates).&#10;    *   **Algorithmic Bias:** Detectors trained only on one generator (e.g., VITS) fail against others (e.g., Diffusion).&#10;*   **The Goal:** Build a detector that is **robust** (handles noise/compression) and **algorithm-agnostic** (detects *any* fake, not just VITS).&#10;&#10;**Slide 3: Current Technology (SOTA)**&#10;*   **Traditional Methods:**&#10;    *   **MFCCs + GMM/SVM:** Rely on spectral features. *Fail on neural vocoders like VITS which reconstruct high-frequency spectra perfectly*.[1]&#10;*   **Deep Learning Baselines:**&#10;    *   **RawNet2:** End-to-end 1D-CNN operating on raw waveforms. Good, but lacks global context.[2]&#10;    *   **Wav2Vec 2.0 (XLSR):** Self-supervised model pre-trained on 53 languages. Excellent for capturing linguistic anomalies.[3]&#10;    *   **AASIST (Graph Attention Networks):** Current SOTA. Models audio as a graph to detect inconsistencies between spectral and temporal domains.[4]&#10;&#10;**Slide 4: Dataset Strategy**&#10;*   **Core Dataset:** **BanglaFake**.[5]&#10;    *   **Size:** 25,520 samples (12k Real / 13k Fake).&#10;    *   **Source:** Real (SUST Corpus, Common Voice) vs. Fake (VITS trained on SUST).&#10;    *   **Challenge:** &quot;Matched Condition&quot; attack—fake audio mimics the exact acoustic environment of real audio.&#10;*   **Proposed Expansion (&quot;Bengali-Wild&quot;):**&#10;    *   To prevent overfitting to VITS, we augment with:&#10;        *   **Crikk:** Proprietary/Black-box commercial synthesis.&#10;        *   **Orpheus:** Transformer-based TTS (different artifact distribution than VITS).&#10;&#10;**Slide 5: Proposed Architecture (XLSR-AASIST-OC)**&#10;*   **Hybrid Design:** Combines linguistic knowledge with artifact detection.&#10;    1.  **Front-End:** **Wav2Vec 2.0 XLSR-53**. Fine-tuned to detect Bengali phonetic anomalies.[6]&#10;    2.  **Back-End:** **AASIST** (Graph Attention Network). detects &quot;glitches&quot; in the spectro-temporal graph.[4]&#10;    3.  **Generalization Layer:**&#10;        *   **RawBoost:** Adds algorithmic noise (clipping, compression) during training to harden the model.&#10;        *   **OC-Softmax (One-Class Loss):** Trains the model to cluster &quot;Real&quot; speech tightly and reject *anything* else. This makes it capable of detecting unseen attacks.&#10;&#10;**Slide 6: Evaluation Metrics**&#10;*   **Primary Security Metric:** **Equal Error Rate (EER)**. The point where False Acceptance Rate = False Rejection Rate. Target: &lt; 5%.[7]&#10;*   **Cost-Sensitive Metric:** **min-tDCF**. Penalizes false acceptances (letting a deepfake through) more heavily than false rejections.[8]&#10;*   **Visual Validation:**&#10;    *   **t-SNE Plots:** Must show clear separation between Real and Fake clusters (unlike the overlap in raw MFCCs).&#10;    *   **Attention Maps:** Visualizing which frequency bands the model focuses on to ensure it isn't overfitting to silence or background noise.[9]&#10;&#10;**Slide 7: Conclusion**&#10;*   **Summary:** We propose the first comprehensive, robust deepfake detection framework for Bengali.&#10;*   **Key Innovation:** Moving from binary classification (Real vs. Fake) to One-Class Learning (Real vs. Anomaly) to ensure future-proofing.&#10;*   **Impact:** Protects the Bengali information ecosystem against misinformation and fraud."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for a short PowerPoint presentation based on the &quot;Bengali-Vigil&quot; research framework.&#10;&#10;**Slide 1: Title Slide**&#10;*   **Title:** Bengali-Vigil: A Robust &amp; Algorithm-Agnostic Deepfake Detector&#10;*   **Subtitle:** Advancing Audio Forensics for Low-Resource Languages&#10;*   **Presenter:**&#10;&#10;**Slide 2: Problem Statement**&#10;*   **The Threat:** Generative AI (VITS, HiFi-GAN) can clone voices with near-perfect fidelity, creating &quot;Deepfake Audio.&quot;&#10;*   **The Gap:**&#10;    *   **Low-Resource Dilemma:** Bengali lacks the massive forensic datasets available for English.[1]&#10;    *   **Linguistic Specificity:** Standard detectors fail to capture Bengali phonetic nuances (e.g., retroflex stops, aspirates).&#10;    *   **Algorithmic Bias:** Detectors trained only on one generator (e.g., VITS) fail against others (e.g., Diffusion).&#10;*   **The Goal:** Build a detector that is **robust** (handles noise/compression) and **algorithm-agnostic** (detects *any* fake, not just VITS).&#10;&#10;**Slide 3: Current Technology (SOTA)**&#10;*   **Traditional Methods:**&#10;    *   **MFCCs + GMM/SVM:** Rely on spectral features. *Fail on neural vocoders like VITS which reconstruct high-frequency spectra perfectly*.[1]&#10;*   **Deep Learning Baselines:**&#10;    *   **RawNet2:** End-to-end 1D-CNN operating on raw waveforms. Good, but lacks global context.[2]&#10;    *   **Wav2Vec 2.0 (XLSR):** Self-supervised model pre-trained on 53 languages. Excellent for capturing linguistic anomalies.[3]&#10;    *   **AASIST (Graph Attention Networks):** Current SOTA. Models audio as a graph to detect inconsistencies between spectral and temporal domains.[4]&#10;&#10;**Slide 4: Dataset Strategy**&#10;*   **Core Dataset:** **BanglaFake**.[5]&#10;    *   **Size:** 25,520 samples (12k Real / 13k Fake).&#10;    *   **Source:** Real (SUST Corpus, Common Voice) vs. Fake (VITS trained on SUST).&#10;    *   **Challenge:** &quot;Matched Condition&quot; attack—fake audio mimics the exact acoustic environment of real audio.&#10;*   **Proposed Expansion (&quot;Bengali-Wild&quot;):**&#10;    *   To prevent overfitting to VITS, we augment with:&#10;        *   **Crikk:** Proprietary/Black-box commercial synthesis.&#10;        *   **Orpheus:** Transformer-based TTS (different artifact distribution than VITS).&#10;&#10;**Slide 5: Proposed Architecture (XLSR-AASIST-OC)**&#10;*   **Hybrid Design:** Combines linguistic knowledge with artifact detection.&#10;    1.  **Front-End:** **Wav2Vec 2.0 XLSR-53**. Fine-tuned to detect Bengali phonetic anomalies.[6]&#10;    2.  **Back-End:** **AASIST** (Graph Attention Network). detects &quot;glitches&quot; in the spectro-temporal graph.[4]&#10;    3.  **Generalization Layer:**&#10;        *   **RawBoost:** Adds algorithmic noise (clipping, compression) during training to harden the model.&#10;        *   **OC-Softmax (One-Class Loss):** Trains the model to cluster &quot;Real&quot; speech tightly and reject *anything* else. This makes it capable of detecting unseen attacks.&#10;&#10;**Slide 6: Evaluation Metrics**&#10;*   **Primary Security Metric:** **Equal Error Rate (EER)**. The point where False Acceptance Rate = False Rejection Rate. Target: &lt; 5%.[7]&#10;*   **Cost-Sensitive Metric:** **min-tDCF**. Penalizes false acceptances (letting a deepfake through) more heavily than false rejections.[8]&#10;*   **Visual Validation:**&#10;    *   **t-SNE Plots:** Must show clear separation between Real and Fake clusters (unlike the overlap in raw MFCCs).&#10;    *   **Attention Maps:** Visualizing which frequency bands the model focuses on to ensure it isn't overfitting to silence or background noise.[9]&#10;&#10;**Slide 7: Conclusion**&#10;*   **Summary:** We propose the first comprehensive, robust deepfake detection framework for Bengali.&#10;*   **Key Innovation:** Moving from binary classification (Real vs. Fake) to One-Class Learning (Real vs. Anomaly) to ensure future-proofing.&#10;*   **Impact:** Protects the Bengali information ecosystem against misinformation and fraud."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for a short PowerPoint presentation based on the &quot;Bengali-Vigil&quot; research framework.&#10;&#10;**Slide 1: Title Slide**&#10;*   **Title:** Bengali-Vigil: A Robust &amp; Algorithm-Agnostic Deepfake Detector&#10;*   **Subtitle:** Advancing Audio Forensics for Low-Resource Languages&#10;*   **Presenter:**&#10;&#10;**Slide 2: Problem Statement**&#10;*   **The Threat:** Generative AI (VITS, HiFi-GAN) can clone voices with near-perfect fidelity, creating &quot;Deepfake Audio.&quot;&#10;*   **The Gap:**&#10;    *   **Low-Resource Dilemma:** Bengali lacks the massive forensic datasets available for English.[1]&#10;    *   **Linguistic Specificity:** Standard detectors fail to capture Bengali phonetic nuances (e.g., retroflex stops, aspirates).&#10;    *   **Algorithmic Bias:** Detectors trained only on one generator (e.g., VITS) fail against others (e.g., Diffusion).&#10;*   **The Goal:** Build a detector that is **robust** (handles noise/compression) and **algorithm-agnostic** (detects *any* fake, not just VITS).&#10;&#10;**Slide 3: Current Technology (SOTA)**&#10;*   **Traditional Methods:**&#10;    *   **MFCCs + GMM/SVM:** Rely on spectral features. *Fail on neural vocoders like VITS which reconstruct high-frequency spectra perfectly*.[1]&#10;*   **Deep Learning Baselines:**&#10;    *   **RawNet2:** End-to-end 1D-CNN operating on raw waveforms. Good, but lacks global context.[2]&#10;    *   **Wav2Vec 2.0 (XLSR):** Self-supervised model pre-trained on 53 languages. Excellent for capturing linguistic anomalies.[3]&#10;    *   **AASIST (Graph Attention Networks):** Current SOTA. Models audio as a graph to detect inconsistencies between spectral and temporal domains.[4]&#10;&#10;**Slide 4: Dataset Strategy**&#10;*   **Core Dataset:** **BanglaFake**.[5]&#10;    *   **Size:** 25,520 samples (12k Real / 13k Fake).&#10;    *   **Source:** Real (SUST Corpus, Common Voice) vs. Fake (VITS trained on SUST).&#10;    *   **Challenge:** &quot;Matched Condition&quot; attack—fake audio mimics the exact acoustic environment of real audio.&#10;*   **Proposed Expansion (&quot;Bengali-Wild&quot;):**&#10;    *   To prevent overfitting to VITS, we augment with:&#10;        *   **Crikk:** Proprietary/Black-box commercial synthesis.&#10;        *   **Orpheus:** Transformer-based TTS (different artifact distribution than VITS).&#10;&#10;**Slide 5: Proposed Architecture (XLSR-AASIST-OC)**&#10;*   **Hybrid Design:** Combines linguistic knowledge with artifact detection.&#10;    1.  **Front-End:** **Wav2Vec 2.0 XLSR-53**. Fine-tuned to detect Bengali phonetic anomalies.[6]&#10;    2.  **Back-End:** **AASIST** (Graph Attention Network). detects &quot;glitches&quot; in the spectro-temporal graph.[4]&#10;    3.  **Generalization Layer:**&#10;        *   **RawBoost:** Adds algorithmic noise (clipping, compression) during training to harden the model.&#10;        *   **OC-Softmax (One-Class Loss):** Trains the model to cluster &quot;Real&quot; speech tightly and reject *anything* else. This makes it capable of detecting unseen attacks.&#10;&#10;**Slide 6: Evaluation Metrics**&#10;*   **Primary Security Metric:** **Equal Error Rate (EER)**. The point where False Acceptance Rate = False Rejection Rate. Target: &lt; 5%.[7]&#10;*   **Cost-Sensitive Metric:** **min-tDCF**. Penalizes false acceptances (letting a deepfake through) more heavily than false rejections.[8]&#10;*   **Visual Validation:**&#10;    *   **t-SNE Plots:** Must show clear separation between Real and Fake clusters (unlike the overlap in raw MFCCs).&#10;    *   **Attention Maps:** Visualizing which frequency bands the model focuses on to ensure it isn't overfitting to silence or background noise.[9]&#10;&#10;**Slide 7: Conclusion**&#10;*   **Summary:** We propose the first comprehensive, robust deepfake detection framework for Bengali.&#10;*   **Key Innovation:** Moving from binary classification (Real vs. Fake) to One-Class Learning (Real vs. Anomaly) to ensure future-proofing.&#10;*   **Impact:** Protects the Bengali information ecosystem against misinformation and fraud."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ferences:&#10;&#10;[1] Ayan, N. S., Dipto, M. A., et al. (2026). Detecting Bangla DeepFake Audio: A Dual Approach Using LSTM and WaveNet. Lecture Notes in Networks and Systems.&#10;&#10;[2] Tak, H., et al. (2021). RawBoost: A Raw Data Boosting and Augmentation Method Applied to Automatic Speaker Verification Anti-Spoofing. ICASSP.&#10;&#10;[3] Baevski, A., et al. (2020). wav2vec 2.0: A Framework for Self-Supervised Learning of Speech Representations. NeurIPS.&#10;&#10;[4] Jung, J. W., et al. (2022). AASIST: Audio Anti-Spoofing using Integrated Spectro-Temporal Graph Attention Networks. ICASSP.&#10;&#10;[5] Fahad, I. A., Asif, K., &amp; Sikder, S. (2025). BanglaFake: Constructing and Evaluating a Specialized Bengali Deepfake Audio Dataset. arXiv:2505.10885.&#10;&#10;[6] Conneau, A., et al. (2020). Unsupervised Cross-lingual Representation Learning for Speech Recognition (XLSR). Interspeech.&#10;&#10;[7] [8] [9] Yamagishi, J., et al. (2021). ASVspoof 2021: the 4th Automatic Speaker Verification Spoofing and Countermeasures Challenge.&#10;&#10;Add this slide with the same template"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 a slide with just a thank you text in the middle, nothing else. keep the same template"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